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SAFEVIEW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E6C8"/>
                </a:solidFill>
                <a:latin typeface="맑은 고딕"/>
              </a:defRPr>
            </a:pPr>
            <a:r>
              <a:t>AI 기반 사각지대 위험 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D2B4"/>
                </a:solidFill>
                <a:latin typeface="맑은 고딕"/>
              </a:defRPr>
            </a:pPr>
            <a:r>
              <a:t>주차 차량 사각지대 기반 보행자 위험 감지 및 시청각 경고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C8A0"/>
                </a:solidFill>
                <a:latin typeface="맑은 고딕"/>
              </a:defRPr>
            </a:pPr>
            <a:r>
              <a:t>Capstone Design | 2026학년도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         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프로젝트 배경 및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프로젝트 필요성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21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국내 사각지대 사고 현황 및 유사 시스템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140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14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8833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전체 시스템 구조 및 데이터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809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809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552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사용 기술 및 선정 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47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547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822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실시간 모니터링, ROI 설정, 이벤트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위험 판단 로직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규칙 기반 위험 상태 판단 알고리즘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81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681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AI 모델 및 학습 전략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560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YOLOv8 활용 및 향후 Fine-tuning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486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2486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시연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5229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프로토타입 실행 화면 및 탐지 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8155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815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향후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60899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2차 개발 방향 및 개선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01 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📌 프로젝트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• 생활도로·골목·주차장에서 주차 차량 및 구조물로 인한</a:t>
            </a:r>
            <a:br/>
            <a:r>
              <a:t>  시야 제한 환경에서 보행자 사고 위험 증가</a:t>
            </a:r>
            <a:br/>
            <a:br/>
            <a:r>
              <a:t>• 기존 교통 안전 시스템은 횡단보도·교차로에 집중</a:t>
            </a:r>
            <a:br/>
            <a:r>
              <a:t>  → 골목·사각지대는 사각지대로 방치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🎯 프로젝트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• CCTV 영상에서 사람과 차량을 실시간 AI 인식</a:t>
            </a:r>
            <a:br/>
            <a:br/>
            <a:r>
              <a:t>• 사용자 지정 ROI(관심구역) 내 위험 상황 자동 감지</a:t>
            </a:r>
            <a:br/>
            <a:br/>
            <a:r>
              <a:t>• 시각적 경고 + 이벤트 클립 자동 저장</a:t>
            </a:r>
            <a:br/>
            <a:br/>
            <a:r>
              <a:t>• 별도 하드웨어 없이 기존 CCTV만으로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515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💡 기대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✅ 저비용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기존 설치된 CCTV 인프라 재활용</a:t>
            </a:r>
            <a:br/>
            <a:r>
              <a:t>→ 추가 하드웨어 비용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✅ 실시간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위험 감지 즉시 시각 경고</a:t>
            </a:r>
            <a:br/>
            <a:r>
              <a:t>→ 사고 예방 골든타임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✅ 증거 보존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이벤트 전후 15초 클립 자동 저장</a:t>
            </a:r>
            <a:br/>
            <a:r>
              <a:t>→ 사고 분석 및 증거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✅ 확장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9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소프트웨어 기반 솔루션</a:t>
            </a:r>
            <a:br/>
            <a:r>
              <a:t>→ 골목, 주차장, 스쿨존 등 다양한 환경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02  프로젝트 필요성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맑은 고딕"/>
              </a:defRPr>
            </a:pPr>
            <a:r>
              <a:t>🚨 국내 사각지대 보행자 사고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• 생활도로 교통사고 사망자 중 보행자 비율 약 60% 이상 (도로교통공단)</a:t>
            </a:r>
            <a:br/>
            <a:r>
              <a:t>• 주차 차량에 가려진 어린이 사고는 매년 반복 발생</a:t>
            </a:r>
            <a:br/>
            <a:r>
              <a:t>• 골목길·이면도로에는 안전 인프라(신호등, CCTV 경고 시스템) 부재</a:t>
            </a:r>
            <a:br/>
            <a:r>
              <a:t>• 기존 교통 안전 시스템은 횡단보도·교차로 위주 → 사각지대는 방치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📊 기존 유사 시스템과의 차별점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맑은 고딕"/>
              </a:defRPr>
            </a:pPr>
            <a:r>
              <a:t>서울시 횡단보도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SAFEVIEW (본 프로젝트)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적용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횡단보도·교차로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골목·주차장·이면도로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감지 목적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우회전 보행자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사각지대 보행자 위험 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경고 대상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75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운전자 (전광판)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75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관제 담당자 (모니터링 화면)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229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설치 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5229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전용 하드웨어 + 대형 전광판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5229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기존 CCTV 재활용 (S/W만)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확장성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설치 장소 한정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CCTV 있는 곳 어디든 적용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03  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📹</a:t>
            </a:r>
            <a:br/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CCTV 카메라</a:t>
            </a:r>
            <a:br/>
            <a:r>
              <a:t>영상 파일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71600"/>
            <a:ext cx="18288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📡</a:t>
            </a:r>
            <a:br/>
            <a:r>
              <a:t>Transmission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RTSP 스트림</a:t>
            </a:r>
            <a:br/>
            <a:r>
              <a:t>로컬 파일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18288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⚙️</a:t>
            </a:r>
            <a:br/>
            <a: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OpenCV 프레임 획득</a:t>
            </a:r>
            <a:br/>
            <a:r>
              <a:t>YOLOv8 객체 인식</a:t>
            </a:r>
            <a:br/>
            <a:r>
              <a:t>ROI 판단</a:t>
            </a:r>
            <a:br/>
            <a:r>
              <a:t>상태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71600"/>
            <a:ext cx="18288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463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🖥️</a:t>
            </a:r>
            <a:br/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실시간 모니터링 화면</a:t>
            </a:r>
            <a:br/>
            <a:r>
              <a:t>위험 경고 표시</a:t>
            </a:r>
            <a:br/>
            <a:r>
              <a:t>이벤트 클립 저장</a:t>
            </a:r>
            <a:br/>
            <a:r>
              <a:t>CSV 로그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18288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463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📋</a:t>
            </a:r>
            <a:br/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이벤트 이미지</a:t>
            </a:r>
            <a:br/>
            <a:r>
              <a:t>영상 클립 (15초)</a:t>
            </a:r>
            <a:br/>
            <a:r>
              <a:t>CSV 로그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07899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📁 프로젝트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app.py (진입점)  |  config.py (설정)  |  core/ (핵심 모듈: detector, roi_manager, video_source, danger_logic, event_saver)</a:t>
            </a:r>
            <a:br/>
            <a:r>
              <a:t>pages/ (UI: 대시보드, 모니터링, ROI 설정, 이벤트 다시보기)  |  saved_events/ (이벤트 저장)  |  logs/ (CSV 로그)  |  roi_configs/ (ROI 좌표)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04  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메인 개발 언어</a:t>
            </a:r>
            <a:br/>
            <a:r>
              <a:t>풍부한 AI/영상처리 생태계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YOLOv8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1828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실시간 객체 인식 모델</a:t>
            </a:r>
            <a:br/>
            <a:r>
              <a:t>COCO 데이터셋 사전학습</a:t>
            </a:r>
            <a:br/>
            <a:r>
              <a:t>person/car 탐지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118872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OpenCV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18288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영상 프레임 처리</a:t>
            </a:r>
            <a:br/>
            <a:r>
              <a:t>RTSP 스트림 수신</a:t>
            </a:r>
            <a:br/>
            <a:r>
              <a:t>바운딩 박스 렌더링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웹 기반 GUI 프레임워크</a:t>
            </a:r>
            <a:br/>
            <a:r>
              <a:t>빠른 프로토타이핑</a:t>
            </a:r>
            <a:br/>
            <a:r>
              <a:t>인터랙티브 위젯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749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RTSP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실시간 CCTV 스트리밍</a:t>
            </a:r>
            <a:br/>
            <a:r>
              <a:t>H.264 코덱 지원</a:t>
            </a:r>
            <a:br/>
            <a:r>
              <a:t>저지연 프레임 전송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9" y="3749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9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맑은 고딕"/>
              </a:defRPr>
            </a:pPr>
            <a:r>
              <a:t>☁️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Cloudflare</a:t>
            </a:r>
            <a:br/>
            <a:r>
              <a:t>Tunnel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외부 접속 터널링</a:t>
            </a:r>
            <a:br/>
            <a:r>
              <a:t>무료 HTTPS 제공</a:t>
            </a:r>
            <a:br/>
            <a:r>
              <a:t>팀원 원격 접속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05  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🎥 실시간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CCTV(RTSP) 또는 영상 파일 입력</a:t>
            </a:r>
            <a:br/>
            <a:r>
              <a:t>YOLOv8으로 사람/차량 실시간 인식</a:t>
            </a:r>
            <a:br/>
            <a:r>
              <a:t>바운딩 박스 + ROI 오버레이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🗺️ ROI 직접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영상 프레임 위에 마우스 클릭으로</a:t>
            </a:r>
            <a:br/>
            <a:r>
              <a:t>관심구역 다각형 직접 그리기</a:t>
            </a:r>
            <a:br/>
            <a:r>
              <a:t>소스별 ROI 저장/재사용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🚨 위험 감지 및 경고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사람+차 동시 감지 + ROI 내 위치 시</a:t>
            </a:r>
            <a:br/>
            <a:r>
              <a:t>화면 빨간 테두리 + 경고 문구</a:t>
            </a:r>
            <a:br/>
            <a:r>
              <a:t>정상→위험 전환 순간 이벤트 발생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📋 이벤트 자동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이벤트 전 5초 + 후 10초 클립 저장</a:t>
            </a:r>
            <a:br/>
            <a:r>
              <a:t>이벤트 캡처 이미지 저장</a:t>
            </a:r>
            <a:br/>
            <a:r>
              <a:t>CSV 로그 기록 (시간, 소스, 상태)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📅 이벤트 다시보기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348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캘린더 기반 날짜별 이벤트 조회</a:t>
            </a:r>
            <a:br/>
            <a:r>
              <a:t>썸네일 미리보기 + 영상 재생</a:t>
            </a:r>
            <a:br/>
            <a:r>
              <a:t>H.264 자동 변환 (브라우저 재생)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📡 외부 공유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348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Cloudflare Tunnel로 외부 접속</a:t>
            </a:r>
            <a:br/>
            <a:r>
              <a:t>팀원/교수님 링크 공유</a:t>
            </a:r>
            <a:br/>
            <a:r>
              <a:t>원격 공유 모드 (저대역폭)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06  위험 판단 로직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규칙 기반 위험 상태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맑은 고딕"/>
              </a:defRPr>
            </a:pPr>
            <a:r>
              <a:t>감지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맑은 고딕"/>
              </a:defRPr>
            </a:pPr>
            <a:r>
              <a:t>적용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맑은 고딕"/>
              </a:defRPr>
            </a:pPr>
            <a:r>
              <a:t>판단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 + 차량 동시 감지, 사람이 ROI 안에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ROI 영역 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맑은 고딕"/>
              </a:defRPr>
            </a:pPr>
            <a:r>
              <a:t>🔴 위험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700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 + 차량 동시 감지, 사람이 ROI 밖에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0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ROI 영역 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70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사람만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54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ROI 내/외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54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381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차량만 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38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ROI 내/외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38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221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ROI 미설정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22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8221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8200"/>
                </a:solidFill>
                <a:latin typeface="맑은 고딕"/>
              </a:defRPr>
            </a:pPr>
            <a:r>
              <a:t>⚠️ 판단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⚡ 이벤트 발생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이전 상태: 정상  →  현재 상태: 위험  (전환 순간에만 이벤트 트리거)</a:t>
            </a:r>
            <a:br/>
            <a:r>
              <a:t>• 이벤트 발생 시: 캡처 이미지 즉시 저장 → 이후 10초간 추가 녹화 → 전 5초 + 후 10초 클립 저장</a:t>
            </a:r>
            <a:br/>
            <a:r>
              <a:t>• 쿨다운: 15초 (후속 녹화 중복 방지)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07  AI 모델 및 학습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📌 현재 (1차 프로토타입)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모델: YOLOv8n (nano) — Ultralytics</a:t>
            </a:r>
            <a:br/>
            <a:r>
              <a:t>• 데이터셋: Microsoft COCO (33만장, 80클래스)</a:t>
            </a:r>
            <a:br/>
            <a:r>
              <a:t>• 활용 클래스: person (class 0), car (class 2)</a:t>
            </a:r>
            <a:br/>
            <a:r>
              <a:t>• 방식: 사전학습 가중치 그대로 사용</a:t>
            </a:r>
            <a:br/>
            <a:r>
              <a:t>• 성능: 실제 CCTV 환경에서 person/car 정상 탐지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🔮 향후 (2차 고도화)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자체 데이터 수집: 실제 CCTV 영상 프레임 추출</a:t>
            </a:r>
            <a:br/>
            <a:r>
              <a:t>• 라벨링: Roboflow/CVAT 활용 바운딩 박스 태깅</a:t>
            </a:r>
            <a:br/>
            <a:r>
              <a:t>• Fine-tuning: YOLOv8n 사전학습 가중치 기반</a:t>
            </a:r>
            <a:br/>
            <a:r>
              <a:t>  Transfer Learning (50 epoch)</a:t>
            </a:r>
            <a:br/>
            <a:r>
              <a:t>• 비교 실험: COCO 모델 vs Fine-tuned 모델</a:t>
            </a:r>
            <a:br/>
            <a:r>
              <a:t>  mAP 정확도 비교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🔄 Fine-tuning 학습 파이프라인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1. 데이터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자택 CCTV 영상</a:t>
            </a:r>
            <a:br/>
            <a:r>
              <a:t>프레임 추출</a:t>
            </a:r>
            <a:br/>
            <a:r>
              <a:t>(100~500장)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2. 라벨링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9377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Roboflow에서</a:t>
            </a:r>
            <a:br/>
            <a:r>
              <a:t>바운딩 박스</a:t>
            </a:r>
            <a:br/>
            <a:r>
              <a:t>태깅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3. 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9377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YOLOv8 Fine-tuning</a:t>
            </a:r>
            <a:br/>
            <a:r>
              <a:t>Transfer Learning</a:t>
            </a:r>
            <a:br/>
            <a:r>
              <a:t>50 epoch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4.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9377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mAP 비교 분석</a:t>
            </a:r>
            <a:br/>
            <a:r>
              <a:t>COCO vs Custom</a:t>
            </a:r>
            <a:br/>
            <a:r>
              <a:t>정확도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5.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9377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Fine-tuned 모델</a:t>
            </a:r>
            <a:br/>
            <a:r>
              <a:t>프로토타입 교체</a:t>
            </a:r>
            <a:br/>
            <a:r>
              <a:t>성능 향상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08  시연 결과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3200400"/>
          </a:xfrm>
          <a:prstGeom prst="round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📷 스크린샷</a:t>
            </a:r>
            <a:br/>
            <a:r>
              <a:t>삽입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정상 상태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사람만 / 차만 있을 때</a:t>
            </a:r>
            <a:br/>
            <a:r>
              <a:t>초록색 바운딩 박스</a:t>
            </a:r>
            <a:br/>
            <a:r>
              <a:t>🟢 정상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3200400"/>
          </a:xfrm>
          <a:prstGeom prst="round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📷 스크린샷</a:t>
            </a:r>
            <a:br/>
            <a:r>
              <a:t>삽입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위험 감지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사람+차 동시 + ROI 내</a:t>
            </a:r>
            <a:br/>
            <a:r>
              <a:t>빨간색 바운딩 박스</a:t>
            </a:r>
            <a:br/>
            <a:r>
              <a:t>🔴 경고 + 이벤트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566160" cy="3200400"/>
          </a:xfrm>
          <a:prstGeom prst="round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📷 스크린샷</a:t>
            </a:r>
            <a:br/>
            <a:r>
              <a:t>삽입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이벤트 다시보기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캘린더 날짜 선택</a:t>
            </a:r>
            <a:br/>
            <a:r>
              <a:t>이벤트 썸네일 목록</a:t>
            </a:r>
            <a:br/>
            <a:r>
              <a:t>영상 클립 재생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09  향후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📌 2차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자체 데이터 수집 및 Fine-tuning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야간/역광/우천 환경 데이터 증강 (Data Augmentation)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COCO 모델 vs Fine-tuned 모델 비교 실험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mAP 기준 정량적 성능 평가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📌 기능 고도화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위험 판단 고도화: 거리·속도 기반 충돌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경고음(사운드 알림)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다중 카메라 동시 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모바일 앱 푸시 알림 연동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📌 배포 및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클라우드 서버 배포 (상시 접속)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실제 골목·스쿨존 현장 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지자체·관공서 납품 가능한 패키지화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• 관제센터 연동 API 개발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E6C8"/>
                </a:solidFill>
                <a:latin typeface="맑은 고딕"/>
              </a:defRPr>
            </a:pPr>
            <a:r>
              <a:t>SAFEVIEW — AI 기반 사각지대 위험 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DCB4"/>
                </a:solidFill>
                <a:latin typeface="맑은 고딕"/>
              </a:defRPr>
            </a:pPr>
            <a:r>
              <a:t>GitHub: github.com/Mingoon77/SAFE-VIEW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